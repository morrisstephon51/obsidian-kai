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ventures, one operating system: lean, automation heavy, community first. Today: where each stands, what each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products are live in production. Plug AI is Track 1, the critical path. Forming Paws runs on 30 minutes a day of founder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Mission: close the AI literacy gap for people the tech world forgot.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trusted messenger model: work through churches and community institutions, not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Brand, PRD, and entity path analysis are done. The site had a full content hardening pass: everything shown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concrete: help identify or confirm the 501(c)(3) partner. Kenneth Vasser's church is one live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2. Built and run on effectively zero capital and 30 minutes a day, as a live test of the agent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is verified in production. Legacy flyer URLs still redirect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enforced by the product itself, not by policy documents. Rescue and adoption are cross promoted as allies.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phases are deliberately sequenced behind trust: verification first, monetization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tracks converge on the same near term motion: RFP driven partnerships that unlock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asks: a community partner for Plug AI, vet partners for Forming Paws.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REVIEW  ·  AUGUST 28,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missions.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builder.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 AI  ·  AI literacy for the people the tech world forgot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Paws  ·  A health-first community for responsible dog breeding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Morris  ·  Chicago, 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0B0B1A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874520"/>
            <a:ext cx="777240" cy="7772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978" y="20610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 AI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AI literacy for faith communities, community health workers, and first gen students in south suburban Cook County.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theplugai.info</a:t>
            </a:r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Stage: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pipeline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2F6B5C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874520"/>
            <a:ext cx="777240" cy="777240"/>
          </a:xfrm>
          <a:prstGeom prst="ellipse">
            <a:avLst/>
          </a:prstGeom>
          <a:solidFill>
            <a:srgbClr val="E06F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938" y="20610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Forming Paws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platform for documented, responsible dog breeding. Health verification gates every match. Launched in Chicago.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theplugai.xyz</a:t>
            </a:r>
            <a:pPr indent="0" marL="0">
              <a:buNone/>
            </a:pPr>
            <a:r>
              <a:rPr lang="en-US" sz="1400" b="1" dirty="0">
                <a:solidFill>
                  <a:srgbClr val="F9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Stage: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members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7007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 AI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Connected. Get Skilled. Get into AI.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gap.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changing work, school, and access to services. The change is not reaching everyone.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717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565" y="25530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3337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communities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160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community hubs with no technology programming, and members watching AI reshape their jobs.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20116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7172B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377440"/>
            <a:ext cx="731520" cy="7315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25530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00600" y="3337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workers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4160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use digital tools daily with no training designed for their field work.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7172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77440"/>
            <a:ext cx="731520" cy="7315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5530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337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gen students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60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informal networks where AI skills currently spread. Skills gap becomes a career gap.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and traction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community workshops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AI literacy hosted in partner churches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86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worker training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70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for documentation, outreach, and translation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pathways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consumer to AI operator, with career on ramps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25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theplugai.info with verified content and email capture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4937760" cy="1042416"/>
          </a:xfrm>
          <a:prstGeom prst="roundRect">
            <a:avLst>
              <a:gd name="adj" fmla="val 7018"/>
            </a:avLst>
          </a:prstGeom>
          <a:solidFill>
            <a:srgbClr val="1717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527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5270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theplugai.info — content integrity pass complete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624328"/>
            <a:ext cx="4937760" cy="1042416"/>
          </a:xfrm>
          <a:prstGeom prst="roundRect">
            <a:avLst>
              <a:gd name="adj" fmla="val 7018"/>
            </a:avLst>
          </a:prstGeom>
          <a:solidFill>
            <a:srgbClr val="1717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73405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73405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Eliminate the Digital Divide — live grant option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3831336"/>
            <a:ext cx="4937760" cy="1042416"/>
          </a:xfrm>
          <a:prstGeom prst="roundRect">
            <a:avLst>
              <a:gd name="adj" fmla="val 7018"/>
            </a:avLst>
          </a:prstGeom>
          <a:solidFill>
            <a:srgbClr val="1717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9410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IN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94106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Kresge Foundation letter of inquiry submitted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5038344"/>
            <a:ext cx="4937760" cy="1042416"/>
          </a:xfrm>
          <a:prstGeom prst="roundRect">
            <a:avLst>
              <a:gd name="adj" fmla="val 7018"/>
            </a:avLst>
          </a:prstGeom>
          <a:solidFill>
            <a:srgbClr val="17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514807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1480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community content is the top performing channel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one community partner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grant requires a 501(c)(3) community partner. Everything else is 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717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68880"/>
            <a:ext cx="640080" cy="64008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signs 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or community org provides fiscal sponsorship and a workshop room. RFP issued today.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7172B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2468880"/>
            <a:ext cx="640080" cy="64008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goes 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Illinois Eliminate the Digital Divide application, up to $75K. Kresge and Woods Fund run in parallel.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71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468880"/>
            <a:ext cx="640080" cy="64008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delivers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series runs Q4 2026 to Q1 2027. Real outcomes and testimonials feed the next round.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RFP and full business plan are in today's meeting packet.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801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Forming Paws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0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dog deserves a healthy start.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is live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connections happen in unmoderated classifieds. No health verification, no accountability. The dogs bear the cost.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6583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9050">
            <a:solidFill>
              <a:srgbClr val="E3EF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377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— live at theplugai.xyz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2608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accounts and dog profiles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document upload and admin review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Geolocated browse of verified dogs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matching, both owners opt in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unlocked only after a match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console: reviews, reports, inbox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2057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3EF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46404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on Vercel with TLS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34290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3EF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member joined,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48006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3EF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4937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raised or spent to build 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658368" cy="658368"/>
          </a:xfrm>
          <a:prstGeom prst="ellipse">
            <a:avLst/>
          </a:prstGeom>
          <a:solidFill>
            <a:srgbClr val="2F6B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1666768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490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gate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8928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wellness exam within 12 months plus core vaccinations before matching unlocks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658368" cy="658368"/>
          </a:xfrm>
          <a:prstGeom prst="ellipse">
            <a:avLst/>
          </a:prstGeom>
          <a:solidFill>
            <a:srgbClr val="E06F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928" y="1666768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490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verification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18928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checks at intake; anything questionable routes to human review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81528"/>
            <a:ext cx="658368" cy="658368"/>
          </a:xfrm>
          <a:prstGeom prst="ellipse">
            <a:avLst/>
          </a:prstGeom>
          <a:solidFill>
            <a:srgbClr val="2F6B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3239536"/>
            <a:ext cx="342351" cy="3423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badge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346557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 hips and elbows plus DNA panel. A premium recognition, never a gate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3081528"/>
            <a:ext cx="658368" cy="658368"/>
          </a:xfrm>
          <a:prstGeom prst="ellipse">
            <a:avLst/>
          </a:prstGeom>
          <a:solidFill>
            <a:srgbClr val="E06F4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928" y="3239536"/>
            <a:ext cx="342351" cy="34235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 mill limits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346557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litter per dog per 12 months, breeding age gates, education acknowledgment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22960" y="4654296"/>
            <a:ext cx="658368" cy="658368"/>
          </a:xfrm>
          <a:prstGeom prst="ellipse">
            <a:avLst/>
          </a:prstGeom>
          <a:solidFill>
            <a:srgbClr val="2F6B5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68" y="4812304"/>
            <a:ext cx="342351" cy="3423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1640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contact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691640" y="503834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only after mutual match, public meeting prompts, community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revenue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501(c)(3) path, no for profit arm. Fiscal sponsorship accepts donations before IRS approval.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F6B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dog verified badge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206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stream, decision locked. Launches as verification volume grows.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011680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3EF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fee begins with member growth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3035808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3E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31272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1272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open through a fiscal sponsor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4059936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3EF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415137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41513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boosts and membership tiers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5084064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FDEEE7"/>
          </a:solidFill>
          <a:ln w="19050">
            <a:solidFill>
              <a:srgbClr val="E3EF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517550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51755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referral partnerships and sponsored education — vet partner RFP issued today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0B0B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 AI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4231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community partner from RFP responses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fiscal sponsorship agreement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Illinois Digital Divide application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pilot workshop venue and 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E3EF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Forming Paws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4231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vet and breed group outreach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founding vet partners from RFP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remaining build slices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$29 verified badge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 is in.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 AI — theplugai.info          Forming Paws — theplugai.xyz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Morris  ·  founder@theplugai.info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packet: business plans, partnership RFPs, and brand videos for both ventures.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Plug AI + Forming Paws — Venture Review</dc:title>
  <dc:subject>PptxGenJS Presentation</dc:subject>
  <dc:creator>Stefan Morris</dc:creator>
  <cp:lastModifiedBy>Stefan Morris</cp:lastModifiedBy>
  <cp:revision>1</cp:revision>
  <dcterms:created xsi:type="dcterms:W3CDTF">2026-08-28T14:48:08Z</dcterms:created>
  <dcterms:modified xsi:type="dcterms:W3CDTF">2026-08-28T14:48:08Z</dcterms:modified>
</cp:coreProperties>
</file>